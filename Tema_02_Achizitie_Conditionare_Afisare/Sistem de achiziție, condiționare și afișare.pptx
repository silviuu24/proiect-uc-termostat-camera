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Sistem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de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achiziție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,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condiționare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și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afișare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a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temperaturii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Șișca Silviu-Claudiu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 III, gr. 2133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Cuprins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Cerința proiectului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Etajul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de achiziție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LM35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Etajul de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condi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ționare 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Etajul de conversie și afișare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ADC0804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ări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Măsurarea temperaturii cu senzorul analogic LM35 (0°C - 40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°C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Realizarea unui circuit de condiționare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Conversia analog-digitală a semnalului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Afișarea valorii digitale în format hexazecimal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Etajul de achiziție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LM35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4725297" cy="3124201"/>
          </a:xfrm>
        </p:spPr>
        <p:txBody>
          <a:bodyPr/>
          <a:lstStyle/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Factor de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scalare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liniar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10mV/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°C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Tensiunea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de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ie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0V – 0.4V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88" y="2225385"/>
            <a:ext cx="2290936" cy="40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3. Etajul de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condi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ționare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666999"/>
                <a:ext cx="5718456" cy="3124201"/>
              </a:xfrm>
            </p:spPr>
            <p:txBody>
              <a:bodyPr/>
              <a:lstStyle/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Amplificator neinversor</a:t>
                </a:r>
              </a:p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Factor de amplificare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𝐴</m:t>
                        </m:r>
                      </m:e>
                      <m:sub>
                        <m:r>
                          <a:rPr lang="fr-FR" i="1"/>
                          <m:t>𝑣</m:t>
                        </m:r>
                      </m:sub>
                    </m:sSub>
                  </m:oMath>
                </a14:m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=12.5</a:t>
                </a:r>
              </a:p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Compensare de offset (maxim 122mV)</a:t>
                </a:r>
              </a:p>
              <a:p>
                <a:r>
                  <a:rPr lang="en-US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Tensiunea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de </a:t>
                </a:r>
                <a:r>
                  <a:rPr lang="en-US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ie</a:t>
                </a:r>
                <a:r>
                  <a:rPr lang="ro-RO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șire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: 0V – </a:t>
                </a:r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5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V</a:t>
                </a:r>
                <a:endParaRPr lang="ro-RO" dirty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666999"/>
                <a:ext cx="5718456" cy="3124201"/>
              </a:xfrm>
              <a:blipFill>
                <a:blip r:embed="rId2"/>
                <a:stretch>
                  <a:fillRect l="-2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766" y="2428585"/>
            <a:ext cx="4859002" cy="360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8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4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Etajul de conversie și afișare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ADC0804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111433"/>
                <a:ext cx="5065907" cy="3679767"/>
              </a:xfrm>
            </p:spPr>
            <p:txBody>
              <a:bodyPr/>
              <a:lstStyle/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Convertor analog-digital cu RAS</a:t>
                </a:r>
              </a:p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8 biți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𝑉</m:t>
                        </m:r>
                      </m:e>
                      <m:sub>
                        <m:r>
                          <a:rPr lang="fr-FR" i="1"/>
                          <m:t>𝐿𝑆𝐵</m:t>
                        </m:r>
                      </m:sub>
                    </m:sSub>
                    <m:r>
                      <a:rPr lang="fr-FR" i="1"/>
                      <m:t>≃19.5</m:t>
                    </m:r>
                    <m:r>
                      <a:rPr lang="fr-FR" i="1"/>
                      <m:t>𝑚𝑉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𝑓</m:t>
                        </m:r>
                      </m:e>
                      <m:sub>
                        <m:r>
                          <a:rPr lang="fr-FR" i="1"/>
                          <m:t>𝐶𝐿𝐾</m:t>
                        </m:r>
                      </m:sub>
                    </m:sSub>
                    <m:r>
                      <a:rPr lang="fr-FR" i="1"/>
                      <m:t>≃626</m:t>
                    </m:r>
                    <m:r>
                      <a:rPr lang="fr-FR" i="1"/>
                      <m:t>𝑘𝐻𝑧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𝑇</m:t>
                        </m:r>
                      </m:e>
                      <m:sub>
                        <m:r>
                          <a:rPr lang="fr-FR" i="1"/>
                          <m:t>𝑐𝑜𝑛𝑣</m:t>
                        </m:r>
                      </m:sub>
                    </m:sSub>
                    <m:r>
                      <a:rPr lang="fr-FR" i="1"/>
                      <m:t>≃116µ</m:t>
                    </m:r>
                    <m:r>
                      <a:rPr lang="fr-FR" i="1"/>
                      <m:t>𝑠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Interval valori ieșire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: 00h - </a:t>
                </a:r>
                <a:r>
                  <a:rPr lang="en-US" dirty="0" err="1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FFh</a:t>
                </a:r>
                <a:endParaRPr lang="ro-RO" dirty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111433"/>
                <a:ext cx="5065907" cy="3679767"/>
              </a:xfrm>
              <a:blipFill>
                <a:blip r:embed="rId2"/>
                <a:stretch>
                  <a:fillRect l="-3005" t="-3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17" y="2111433"/>
            <a:ext cx="5641783" cy="33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0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Simulări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757494" y="1878677"/>
            <a:ext cx="9807772" cy="41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6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757494" y="1878677"/>
            <a:ext cx="9807772" cy="41813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Simulări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4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757494" y="1878676"/>
            <a:ext cx="9807772" cy="41813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Simulări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2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sz="6000" b="1" dirty="0" smtClean="0"/>
              <a:t>Vă mulțumesc pentru atenție!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050316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36</TotalTime>
  <Words>134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Mongolian Baiti</vt:lpstr>
      <vt:lpstr>Parallax</vt:lpstr>
      <vt:lpstr>Sistem de achiziție, condiționare și afișare a temperaturii</vt:lpstr>
      <vt:lpstr>Cuprins</vt:lpstr>
      <vt:lpstr>1. Cerința proiectului</vt:lpstr>
      <vt:lpstr>2. Etajul de achiziție: LM35</vt:lpstr>
      <vt:lpstr>3. Etajul de condiționare</vt:lpstr>
      <vt:lpstr>4. Etajul de conversie și afișare: ADC0804</vt:lpstr>
      <vt:lpstr>5. Simulări</vt:lpstr>
      <vt:lpstr>5. Simulări</vt:lpstr>
      <vt:lpstr>5. Simulări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achiziție, condiționare și afișare a temperaturii</dc:title>
  <dc:creator>Silviu</dc:creator>
  <cp:lastModifiedBy>Silviu</cp:lastModifiedBy>
  <cp:revision>4</cp:revision>
  <dcterms:created xsi:type="dcterms:W3CDTF">2026-04-01T14:42:38Z</dcterms:created>
  <dcterms:modified xsi:type="dcterms:W3CDTF">2026-04-01T15:19:10Z</dcterms:modified>
</cp:coreProperties>
</file>