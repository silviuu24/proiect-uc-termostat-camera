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7" r:id="rId9"/>
    <p:sldId id="266" r:id="rId10"/>
    <p:sldId id="263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mbeddedcenter.wordpress.com/ece-study-centre/display-module/lcd-16x2-lm016l/" TargetMode="External"/><Relationship Id="rId2" Type="http://schemas.openxmlformats.org/officeDocument/2006/relationships/hyperlink" Target="https://digsys.upc.edu/csd/chips/classic/LM016L_Hitachi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Comanda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Digital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ă a Modulului LCD 16x2 prin Stări Logice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Nume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Șișca Silviu-Claudiu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An III, gr. 2133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76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Cuprins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69623"/>
            <a:ext cx="10018713" cy="36215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 Cerința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proiectului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2.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Principiul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de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func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ționare (hardware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)</a:t>
            </a: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3. Avantaje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și dezavantaje 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4. Schema Circuitului</a:t>
            </a: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Simulare</a:t>
            </a: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5.1. Algoritm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de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inițializare</a:t>
            </a: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5.2. Scrierea pe primul rând (RS = 1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5.3. Schimbarea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rândului</a:t>
            </a: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5.4. Finalizarea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afișării</a:t>
            </a: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6. Bibliografie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6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 Cerința proiectului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Studiul funcționalității ecranului LCD 16x2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Avantaje / Dezavantaje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Afișare 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“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Nume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Prenume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/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Grupa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2133”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Principiul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de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func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ționare (hardware)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666999"/>
            <a:ext cx="4404218" cy="3124201"/>
          </a:xfrm>
        </p:spPr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Magistrală pe 8 biți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 pini de control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528" y="2092666"/>
            <a:ext cx="6198177" cy="408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68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Avantaje și dezavantaje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245186"/>
              </p:ext>
            </p:extLst>
          </p:nvPr>
        </p:nvGraphicFramePr>
        <p:xfrm>
          <a:off x="1484313" y="2667000"/>
          <a:ext cx="100187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356">
                  <a:extLst>
                    <a:ext uri="{9D8B030D-6E8A-4147-A177-3AD203B41FA5}">
                      <a16:colId xmlns:a16="http://schemas.microsoft.com/office/drawing/2014/main" val="2242679181"/>
                    </a:ext>
                  </a:extLst>
                </a:gridCol>
                <a:gridCol w="5009356">
                  <a:extLst>
                    <a:ext uri="{9D8B030D-6E8A-4147-A177-3AD203B41FA5}">
                      <a16:colId xmlns:a16="http://schemas.microsoft.com/office/drawing/2014/main" val="27051176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Avantaje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Dezavantaje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31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o-RO" dirty="0" smtClean="0"/>
                        <a:t>Afișare</a:t>
                      </a:r>
                      <a:r>
                        <a:rPr lang="ro-RO" baseline="0" dirty="0" smtClean="0"/>
                        <a:t> alfanumerică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o-RO" dirty="0" smtClean="0"/>
                        <a:t>Consum ridicat de pini I/O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85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o-RO" dirty="0" smtClean="0"/>
                        <a:t>Consum</a:t>
                      </a:r>
                      <a:r>
                        <a:rPr lang="ro-RO" baseline="0" dirty="0" smtClean="0"/>
                        <a:t> redus de energie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o-RO" dirty="0" smtClean="0"/>
                        <a:t>Limitări grafice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947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o-RO" dirty="0" smtClean="0"/>
                        <a:t>Standardizare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o-RO" dirty="0" smtClean="0"/>
                        <a:t>Inițializare complexă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58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o-RO" dirty="0" smtClean="0"/>
                        <a:t>Timpi de așteptare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073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18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4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Schema Circuitului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039" y="5522421"/>
            <a:ext cx="5373690" cy="828502"/>
          </a:xfrm>
        </p:spPr>
        <p:txBody>
          <a:bodyPr>
            <a:normAutofit/>
          </a:bodyPr>
          <a:lstStyle/>
          <a:p>
            <a:r>
              <a:rPr lang="ro-RO" sz="1400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*Pinul 3 (VEE – contrast) este gestionat automat de simulator</a:t>
            </a:r>
            <a:endParaRPr lang="ro-RO" sz="1400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505039" y="2022388"/>
            <a:ext cx="5977255" cy="379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0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Simulare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Algoritm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de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inițializare</a:t>
            </a:r>
          </a:p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Scrierea pe primul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rând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Schimbarea rândului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Finalizarea afișării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56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5.1.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Algoritm de inițializare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RS = 0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Function Set (0x38) – 8 biți, 2 linii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Display ON (0x0E)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Clear Display (0x01)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Entry Mode (0x06) – incrementare automată</a:t>
            </a: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580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5.2.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Scrierea pe primul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rând (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RS =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1)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991" y="2683978"/>
            <a:ext cx="5492497" cy="2180438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976808" y="2143430"/>
            <a:ext cx="5101497" cy="326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9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5.3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. Schimbarea rândului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058391" y="2191905"/>
            <a:ext cx="5977255" cy="3903980"/>
          </a:xfrm>
          <a:prstGeom prst="rect">
            <a:avLst/>
          </a:prstGeom>
        </p:spPr>
      </p:pic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RS = 0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Set DDRAM Address (0xC0)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245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5.4. Finalizarea afișării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092" y="2842260"/>
            <a:ext cx="5496304" cy="1864324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6889662" y="2136843"/>
            <a:ext cx="5205355" cy="327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5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6.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Bibliografie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/>
          <a:lstStyle/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[1] Hitachi, „LM016L Dot Matrix Liquid Crystal Display Module”, Datasheet, </a:t>
            </a:r>
            <a:r>
              <a:rPr lang="en-US" u="sng" dirty="0">
                <a:latin typeface="Mongolian Baiti" panose="03000500000000000000" pitchFamily="66" charset="0"/>
                <a:cs typeface="Mongolian Baiti" panose="03000500000000000000" pitchFamily="66" charset="0"/>
                <a:hlinkClick r:id="rId2"/>
              </a:rPr>
              <a:t>https://digsys.upc.edu/csd/chips/classic/LM016L_Hitachi.pdf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.</a:t>
            </a:r>
          </a:p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[2] Innovation of Engineers, „LCD 16×2 (LM016L)”, </a:t>
            </a:r>
            <a:r>
              <a:rPr lang="en-US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ECE Study Centre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, </a:t>
            </a:r>
            <a:r>
              <a:rPr lang="en-US" u="sng" dirty="0">
                <a:latin typeface="Mongolian Baiti" panose="03000500000000000000" pitchFamily="66" charset="0"/>
                <a:cs typeface="Mongolian Baiti" panose="03000500000000000000" pitchFamily="66" charset="0"/>
                <a:hlinkClick r:id="rId3"/>
              </a:rPr>
              <a:t>https://embeddedcenter.wordpress.com/ece-study-centre/display-module/lcd-16x2-lm016l/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932121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o-RO" sz="6000" b="1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Vă mulțumesc pentru atenție!</a:t>
            </a:r>
            <a:endParaRPr lang="en-US" sz="6000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16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87</TotalTime>
  <Words>282</Words>
  <Application>Microsoft Office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Corbel</vt:lpstr>
      <vt:lpstr>Mongolian Baiti</vt:lpstr>
      <vt:lpstr>Parallax</vt:lpstr>
      <vt:lpstr>Comanda Digitală a Modulului LCD 16x2 prin Stări Logice</vt:lpstr>
      <vt:lpstr>Cuprins</vt:lpstr>
      <vt:lpstr>1. Cerința proiectului</vt:lpstr>
      <vt:lpstr>2. Principiul de funcționare (hardware)</vt:lpstr>
      <vt:lpstr>3. Avantaje și dezavantaje</vt:lpstr>
      <vt:lpstr>4. Schema Circuitului</vt:lpstr>
      <vt:lpstr>5. Simulare</vt:lpstr>
      <vt:lpstr>5.1. Algoritm de inițializare</vt:lpstr>
      <vt:lpstr>5.2. Scrierea pe primul rând (RS = 1)</vt:lpstr>
      <vt:lpstr>5.3. Schimbarea rândului</vt:lpstr>
      <vt:lpstr>5.4. Finalizarea afișării</vt:lpstr>
      <vt:lpstr>6. Bibliografie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achiziție, condiționare și afișare a temperaturii</dc:title>
  <dc:creator>Silviu</dc:creator>
  <cp:lastModifiedBy>Silviu</cp:lastModifiedBy>
  <cp:revision>11</cp:revision>
  <dcterms:created xsi:type="dcterms:W3CDTF">2026-04-01T14:42:38Z</dcterms:created>
  <dcterms:modified xsi:type="dcterms:W3CDTF">2026-04-15T15:01:18Z</dcterms:modified>
</cp:coreProperties>
</file>