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59" r:id="rId5"/>
    <p:sldId id="270" r:id="rId6"/>
    <p:sldId id="275" r:id="rId7"/>
    <p:sldId id="276" r:id="rId8"/>
    <p:sldId id="260" r:id="rId9"/>
    <p:sldId id="272" r:id="rId10"/>
    <p:sldId id="27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o-RO" sz="48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Implementarea Releului și </a:t>
            </a:r>
            <a:br>
              <a:rPr lang="ro-RO" sz="48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</a:br>
            <a:r>
              <a:rPr lang="ro-RO" sz="48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Logica Software pentru Controlul cu Histereză</a:t>
            </a:r>
            <a:endParaRPr lang="en-US" sz="48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Nume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Șișca Silviu-Claudiu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An III, gr. 2133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761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Cuprins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169623"/>
            <a:ext cx="10018713" cy="36215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1. Cerința proiectului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2. 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Implementarea sistemului de comandă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es-ES" dirty="0">
                <a:latin typeface="Mongolian Baiti" panose="03000500000000000000" pitchFamily="66" charset="0"/>
                <a:cs typeface="Mongolian Baiti" panose="03000500000000000000" pitchFamily="66" charset="0"/>
              </a:rPr>
              <a:t>3. </a:t>
            </a:r>
            <a:r>
              <a:rPr lang="pt-BR" dirty="0">
                <a:latin typeface="Mongolian Baiti" panose="03000500000000000000" pitchFamily="66" charset="0"/>
                <a:cs typeface="Mongolian Baiti" panose="03000500000000000000" pitchFamily="66" charset="0"/>
              </a:rPr>
              <a:t>Logica de comandă a butoanelor </a:t>
            </a:r>
            <a:endParaRPr lang="es-E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4. </a:t>
            </a:r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Algoritm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 de control 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–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Histereza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5.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Simulări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6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  1. Cerința proiectului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sz="28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Implementare sistem de comandă </a:t>
            </a:r>
          </a:p>
          <a:p>
            <a:r>
              <a:rPr lang="ro-RO" sz="28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Implementare Butoane</a:t>
            </a:r>
          </a:p>
          <a:p>
            <a:r>
              <a:rPr lang="en-US" sz="28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Cod </a:t>
            </a:r>
            <a:r>
              <a:rPr lang="en-US" sz="28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 &amp; </a:t>
            </a:r>
            <a:r>
              <a:rPr lang="en-US" sz="28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Assembly</a:t>
            </a:r>
            <a:endParaRPr lang="ro-RO" sz="2800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68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2. 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Implementarea sistemului de comandă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484311" y="2666999"/>
            <a:ext cx="5346616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o-RO" sz="24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Tranzistor de comutație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Rezistență de bază</a:t>
            </a:r>
          </a:p>
          <a:p>
            <a:r>
              <a:rPr lang="ro-RO" sz="24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Dioda de protecție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Circuit de sarcină simulat</a:t>
            </a:r>
            <a:endParaRPr lang="ro-RO" sz="2400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830928" y="2186247"/>
            <a:ext cx="4672095" cy="360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80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3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 </a:t>
            </a:r>
            <a:r>
              <a:rPr lang="pt-BR" dirty="0">
                <a:latin typeface="Mongolian Baiti" panose="03000500000000000000" pitchFamily="66" charset="0"/>
                <a:cs typeface="Mongolian Baiti" panose="03000500000000000000" pitchFamily="66" charset="0"/>
              </a:rPr>
              <a:t>Logica de comandă a butoanelor 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55716" y="2666999"/>
            <a:ext cx="5818909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o-RO" sz="24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Modifică valoarea de referință</a:t>
            </a:r>
          </a:p>
          <a:p>
            <a:r>
              <a:rPr lang="ro-RO" sz="24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Limitare valoare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de</a:t>
            </a:r>
            <a:r>
              <a:rPr lang="ro-RO" sz="24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referință</a:t>
            </a:r>
            <a:r>
              <a:rPr lang="en-US" sz="24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</a:t>
            </a:r>
            <a:r>
              <a:rPr lang="ro-RO" sz="24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10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°C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- 30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°C</a:t>
            </a:r>
            <a:endParaRPr lang="ro-RO" sz="2400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ro-RO" sz="24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2 întreruperi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Necesită implementare Debouncing</a:t>
            </a:r>
            <a:endParaRPr lang="ro-RO" sz="2400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732617" y="2938635"/>
            <a:ext cx="4963391" cy="201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730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3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 </a:t>
            </a:r>
            <a:r>
              <a:rPr lang="pt-BR" dirty="0">
                <a:latin typeface="Mongolian Baiti" panose="03000500000000000000" pitchFamily="66" charset="0"/>
                <a:cs typeface="Mongolian Baiti" panose="03000500000000000000" pitchFamily="66" charset="0"/>
              </a:rPr>
              <a:t>Logica de comandă a butoanelor 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563640" y="1494904"/>
            <a:ext cx="5248306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o-RO" sz="2400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896" y="3247503"/>
            <a:ext cx="5222050" cy="161474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271" y="1978428"/>
            <a:ext cx="4263521" cy="468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984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3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 </a:t>
            </a:r>
            <a:r>
              <a:rPr lang="pt-BR" dirty="0">
                <a:latin typeface="Mongolian Baiti" panose="03000500000000000000" pitchFamily="66" charset="0"/>
                <a:cs typeface="Mongolian Baiti" panose="03000500000000000000" pitchFamily="66" charset="0"/>
              </a:rPr>
              <a:t>Logica de comandă a butoanelor 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563640" y="1494904"/>
            <a:ext cx="5248306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o-RO" sz="2400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6683374" y="2481000"/>
            <a:ext cx="4819650" cy="2381250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1278338" y="2438399"/>
            <a:ext cx="5818909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Dezactivare</a:t>
            </a:r>
            <a:r>
              <a:rPr lang="en-US" sz="24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interrupt </a:t>
            </a:r>
            <a:endParaRPr lang="ro-RO" sz="2400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479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4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Algoritm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de control -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Histereza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484311" y="2068483"/>
            <a:ext cx="522402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 smtClean="0">
                <a:latin typeface="Mongolian Baiti" panose="03000500000000000000" pitchFamily="66" charset="0"/>
              </a:rPr>
              <a:t>±0.5°C</a:t>
            </a:r>
          </a:p>
          <a:p>
            <a:r>
              <a:rPr lang="ro-RO" dirty="0" smtClean="0">
                <a:latin typeface="Mongolian Baiti" panose="03000500000000000000" pitchFamily="66" charset="0"/>
              </a:rPr>
              <a:t>în C, s</a:t>
            </a:r>
            <a:r>
              <a:rPr lang="en-US" dirty="0" err="1" smtClean="0">
                <a:latin typeface="Mongolian Baiti" panose="03000500000000000000" pitchFamily="66" charset="0"/>
              </a:rPr>
              <a:t>tructur</a:t>
            </a:r>
            <a:r>
              <a:rPr lang="ro-RO" dirty="0" smtClean="0">
                <a:latin typeface="Mongolian Baiti" panose="03000500000000000000" pitchFamily="66" charset="0"/>
              </a:rPr>
              <a:t>ă decizională </a:t>
            </a:r>
            <a:r>
              <a:rPr lang="en-US" dirty="0" smtClean="0">
                <a:latin typeface="Mongolian Baiti" panose="03000500000000000000" pitchFamily="66" charset="0"/>
              </a:rPr>
              <a:t>‘if-else if’</a:t>
            </a:r>
            <a:endParaRPr lang="ro-RO" dirty="0" smtClean="0">
              <a:latin typeface="Mongolian Baiti" panose="03000500000000000000" pitchFamily="66" charset="0"/>
            </a:endParaRPr>
          </a:p>
          <a:p>
            <a:r>
              <a:rPr lang="ro-RO" dirty="0" smtClean="0">
                <a:latin typeface="Mongolian Baiti" panose="03000500000000000000" pitchFamily="66" charset="0"/>
              </a:rPr>
              <a:t>în Assembly, scădere cu împrumut și verificare Carry Flag</a:t>
            </a:r>
            <a:endParaRPr lang="en-US" b="0" dirty="0" smtClean="0">
              <a:latin typeface="Mongolian Baiti" panose="03000500000000000000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339" y="2579932"/>
            <a:ext cx="5220077" cy="210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00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5.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Simulări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583093" y="2438399"/>
            <a:ext cx="2886075" cy="241935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7628053" y="2439298"/>
            <a:ext cx="2887547" cy="241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75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5.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Simulări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10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1726319" y="2095106"/>
            <a:ext cx="2067649" cy="1737063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1726319" y="4132522"/>
            <a:ext cx="2089754" cy="1984343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4"/>
          <a:stretch>
            <a:fillRect/>
          </a:stretch>
        </p:blipFill>
        <p:spPr>
          <a:xfrm>
            <a:off x="4223167" y="2026894"/>
            <a:ext cx="2223770" cy="1805275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>
          <a:blip r:embed="rId5"/>
          <a:stretch>
            <a:fillRect/>
          </a:stretch>
        </p:blipFill>
        <p:spPr>
          <a:xfrm>
            <a:off x="4223167" y="4082975"/>
            <a:ext cx="2223770" cy="2083435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6"/>
          <a:stretch>
            <a:fillRect/>
          </a:stretch>
        </p:blipFill>
        <p:spPr>
          <a:xfrm>
            <a:off x="6951262" y="2095106"/>
            <a:ext cx="2234531" cy="1737063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7"/>
          <a:stretch>
            <a:fillRect/>
          </a:stretch>
        </p:blipFill>
        <p:spPr>
          <a:xfrm>
            <a:off x="7033403" y="4082975"/>
            <a:ext cx="2212975" cy="1998345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8"/>
          <a:stretch>
            <a:fillRect/>
          </a:stretch>
        </p:blipFill>
        <p:spPr>
          <a:xfrm>
            <a:off x="9690118" y="2095106"/>
            <a:ext cx="2149112" cy="1737064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>
          <a:blip r:embed="rId9"/>
          <a:stretch>
            <a:fillRect/>
          </a:stretch>
        </p:blipFill>
        <p:spPr>
          <a:xfrm>
            <a:off x="9690119" y="4082975"/>
            <a:ext cx="2149111" cy="199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13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o-RO" sz="6000" b="1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Vă mulțumesc pentru atenție!</a:t>
            </a:r>
            <a:endParaRPr lang="en-US" sz="6000" b="1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3166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258</TotalTime>
  <Words>158</Words>
  <Application>Microsoft Office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Corbel</vt:lpstr>
      <vt:lpstr>Mongolian Baiti</vt:lpstr>
      <vt:lpstr>Parallax</vt:lpstr>
      <vt:lpstr>Implementarea Releului și  Logica Software pentru Controlul cu Histereză</vt:lpstr>
      <vt:lpstr>Cuprins</vt:lpstr>
      <vt:lpstr>   1. Cerința proiectului</vt:lpstr>
      <vt:lpstr>2. Implementarea sistemului de comandă</vt:lpstr>
      <vt:lpstr>3. Logica de comandă a butoanelor </vt:lpstr>
      <vt:lpstr>3. Logica de comandă a butoanelor </vt:lpstr>
      <vt:lpstr>3. Logica de comandă a butoanelor </vt:lpstr>
      <vt:lpstr>4. Algoritm de control - Histereza</vt:lpstr>
      <vt:lpstr>5. Simulări</vt:lpstr>
      <vt:lpstr>5. Simulări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de achiziție, condiționare și afișare a temperaturii</dc:title>
  <dc:creator>Silviu</dc:creator>
  <cp:lastModifiedBy>Silviu</cp:lastModifiedBy>
  <cp:revision>29</cp:revision>
  <dcterms:created xsi:type="dcterms:W3CDTF">2026-04-01T14:42:38Z</dcterms:created>
  <dcterms:modified xsi:type="dcterms:W3CDTF">2026-05-26T17:57:07Z</dcterms:modified>
</cp:coreProperties>
</file>